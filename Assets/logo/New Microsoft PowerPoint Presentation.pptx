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3" r:id="rId8"/>
    <p:sldId id="264" r:id="rId9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24116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11330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90116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28843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69088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42899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48108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195532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79892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6657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42085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698CF4-9CDE-495D-BBD8-B9B442904B8E}" type="datetimeFigureOut">
              <a:rPr lang="en-NZ" smtClean="0"/>
              <a:t>21/11/2025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E23422-F1AA-40DA-AD4C-F7A604547134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27625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-95634" y="1326382"/>
            <a:ext cx="12287634" cy="3557117"/>
            <a:chOff x="-95634" y="1326382"/>
            <a:chExt cx="12287634" cy="3557117"/>
          </a:xfrm>
        </p:grpSpPr>
        <p:pic>
          <p:nvPicPr>
            <p:cNvPr id="1026" name="Picture 2" descr="https://media.istockphoto.com/vectors/eye-icon-vector-id940031162?k=6&amp;m=940031162&amp;s=612x612&amp;w=0&amp;h=e2mQ4XAeH5vsEYUP4-zzPyTAH_J28squMbxXfL58V2A="/>
            <p:cNvPicPr>
              <a:picLocks noChangeAspect="1" noChangeArrowheads="1"/>
            </p:cNvPicPr>
            <p:nvPr/>
          </p:nvPicPr>
          <p:blipFill rotWithShape="1">
            <a:blip r:embed="rId2">
              <a:clrChange>
                <a:clrFrom>
                  <a:srgbClr val="F8F8F8"/>
                </a:clrFrom>
                <a:clrTo>
                  <a:srgbClr val="F8F8F8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929" b="20050"/>
            <a:stretch/>
          </p:blipFill>
          <p:spPr bwMode="auto">
            <a:xfrm>
              <a:off x="-95634" y="1326382"/>
              <a:ext cx="5829300" cy="35571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Rectangle 5"/>
            <p:cNvSpPr/>
            <p:nvPr/>
          </p:nvSpPr>
          <p:spPr>
            <a:xfrm>
              <a:off x="4162622" y="2514598"/>
              <a:ext cx="8029378" cy="12459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6600" b="1" dirty="0">
                  <a:solidFill>
                    <a:schemeClr val="tx1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Low Vision Simulator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8024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93295" y="1479619"/>
            <a:ext cx="12098704" cy="2974312"/>
            <a:chOff x="93295" y="1479619"/>
            <a:chExt cx="12098704" cy="2974312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047" b="19577"/>
            <a:stretch/>
          </p:blipFill>
          <p:spPr>
            <a:xfrm>
              <a:off x="93295" y="1479619"/>
              <a:ext cx="4549534" cy="2974312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4642828" y="2514598"/>
              <a:ext cx="7549171" cy="12459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6600" b="1" dirty="0" err="1">
                  <a:solidFill>
                    <a:schemeClr val="tx1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Virtualeyes</a:t>
              </a:r>
              <a:r>
                <a:rPr lang="en-NZ" sz="6600" b="1" dirty="0">
                  <a:solidFill>
                    <a:schemeClr val="tx1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 Lab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0060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-95634" y="1825625"/>
            <a:ext cx="12287634" cy="5829301"/>
            <a:chOff x="-95634" y="222946"/>
            <a:chExt cx="12287634" cy="5829301"/>
          </a:xfrm>
        </p:grpSpPr>
        <p:pic>
          <p:nvPicPr>
            <p:cNvPr id="5" name="Picture 2" descr="https://media.istockphoto.com/vectors/eye-icon-vector-id940031162?k=6&amp;m=940031162&amp;s=612x612&amp;w=0&amp;h=e2mQ4XAeH5vsEYUP4-zzPyTAH_J28squMbxXfL58V2A="/>
            <p:cNvPicPr>
              <a:picLocks noChangeAspect="1" noChangeArrowheads="1"/>
            </p:cNvPicPr>
            <p:nvPr/>
          </p:nvPicPr>
          <p:blipFill>
            <a:blip r:embed="rId2">
              <a:clrChange>
                <a:clrFrom>
                  <a:srgbClr val="F8F8F8"/>
                </a:clrFrom>
                <a:clrTo>
                  <a:srgbClr val="F8F8F8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5634" y="222946"/>
              <a:ext cx="5829300" cy="58293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Rectangle 5"/>
            <p:cNvSpPr/>
            <p:nvPr/>
          </p:nvSpPr>
          <p:spPr>
            <a:xfrm>
              <a:off x="4162622" y="2514598"/>
              <a:ext cx="8029378" cy="12459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6200" b="1" dirty="0">
                  <a:solidFill>
                    <a:schemeClr val="tx1"/>
                  </a:solidFill>
                  <a:latin typeface="Inter 18pt Medium" panose="02000503000000020004" pitchFamily="2" charset="0"/>
                  <a:ea typeface="Inter 18pt Medium" panose="02000503000000020004" pitchFamily="2" charset="0"/>
                  <a:cs typeface="Lato Light" panose="020F0502020204030203" pitchFamily="34" charset="0"/>
                </a:rPr>
                <a:t>Low Vision Simulator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6648" y="0"/>
            <a:ext cx="12098704" cy="2974312"/>
            <a:chOff x="93295" y="1479619"/>
            <a:chExt cx="12098704" cy="297431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047" b="19577"/>
            <a:stretch/>
          </p:blipFill>
          <p:spPr>
            <a:xfrm>
              <a:off x="93295" y="1479619"/>
              <a:ext cx="4549534" cy="2974312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4642828" y="2514598"/>
              <a:ext cx="7549171" cy="12459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8000" b="1" dirty="0" err="1">
                  <a:solidFill>
                    <a:schemeClr val="tx1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Virtualeyes</a:t>
              </a:r>
              <a:r>
                <a:rPr lang="en-NZ" sz="8000" b="1" dirty="0">
                  <a:solidFill>
                    <a:schemeClr val="tx1"/>
                  </a:solidFill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 Lab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8254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Transparent including text</a:t>
            </a:r>
          </a:p>
        </p:txBody>
      </p:sp>
      <p:pic>
        <p:nvPicPr>
          <p:cNvPr id="13" name="Content Placeholder 12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89D9431F-2122-2560-1A6F-201FD08E0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0950" y="1826109"/>
            <a:ext cx="9410099" cy="4350370"/>
          </a:xfrm>
        </p:spPr>
      </p:pic>
    </p:spTree>
    <p:extLst>
      <p:ext uri="{BB962C8B-B14F-4D97-AF65-F5344CB8AC3E}">
        <p14:creationId xmlns:p14="http://schemas.microsoft.com/office/powerpoint/2010/main" val="4015695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Transparent including text</a:t>
            </a:r>
          </a:p>
        </p:txBody>
      </p:sp>
      <p:pic>
        <p:nvPicPr>
          <p:cNvPr id="7" name="Content Placeholder 6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9BC373EC-0F8C-5FD6-EBB6-4AE5AAF128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88650"/>
            <a:ext cx="10515600" cy="2625287"/>
          </a:xfrm>
        </p:spPr>
      </p:pic>
    </p:spTree>
    <p:extLst>
      <p:ext uri="{BB962C8B-B14F-4D97-AF65-F5344CB8AC3E}">
        <p14:creationId xmlns:p14="http://schemas.microsoft.com/office/powerpoint/2010/main" val="2023830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685DC-395E-5C86-DA7C-44C8B1A63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CA734-28F9-179D-73D1-3711907B3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Transparent including text</a:t>
            </a:r>
          </a:p>
        </p:txBody>
      </p:sp>
      <p:pic>
        <p:nvPicPr>
          <p:cNvPr id="6" name="Content Placeholder 5" descr="A logo with text on it&#10;&#10;AI-generated content may be incorrect.">
            <a:extLst>
              <a:ext uri="{FF2B5EF4-FFF2-40B4-BE49-F238E27FC236}">
                <a16:creationId xmlns:a16="http://schemas.microsoft.com/office/drawing/2014/main" id="{92947A66-9C3D-C23C-435B-A6F82C7C8C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575" y="3048794"/>
            <a:ext cx="4514850" cy="1905000"/>
          </a:xfrm>
        </p:spPr>
      </p:pic>
    </p:spTree>
    <p:extLst>
      <p:ext uri="{BB962C8B-B14F-4D97-AF65-F5344CB8AC3E}">
        <p14:creationId xmlns:p14="http://schemas.microsoft.com/office/powerpoint/2010/main" val="2833405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67FFE-0B06-D7F8-3EDD-6914EEF34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2ED9D-B8FA-04C3-7943-A5631EF3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DDD58D-2760-391B-7B53-196CFB718E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47" b="19577"/>
          <a:stretch/>
        </p:blipFill>
        <p:spPr>
          <a:xfrm>
            <a:off x="3496895" y="2312739"/>
            <a:ext cx="4549534" cy="297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781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63FBC-8E61-0F88-B873-26030683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10" name="Content Placeholder 9" descr="A black and blue cartoon of a binocular&#10;&#10;AI-generated content may be incorrect.">
            <a:extLst>
              <a:ext uri="{FF2B5EF4-FFF2-40B4-BE49-F238E27FC236}">
                <a16:creationId xmlns:a16="http://schemas.microsoft.com/office/drawing/2014/main" id="{62AAD8DB-76C5-35C3-85D7-3AC5786E39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</p:spTree>
    <p:extLst>
      <p:ext uri="{BB962C8B-B14F-4D97-AF65-F5344CB8AC3E}">
        <p14:creationId xmlns:p14="http://schemas.microsoft.com/office/powerpoint/2010/main" val="141351650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GUID" val="1012eaa4-dc71-4a63-8863-82b235555f8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19</Words>
  <Application>Microsoft Office PowerPoint</Application>
  <PresentationFormat>Widescreen</PresentationFormat>
  <Paragraphs>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Inter 18pt Medium</vt:lpstr>
      <vt:lpstr>Lato Light</vt:lpstr>
      <vt:lpstr>Office Theme</vt:lpstr>
      <vt:lpstr>PowerPoint Presentation</vt:lpstr>
      <vt:lpstr>PowerPoint Presentation</vt:lpstr>
      <vt:lpstr>PowerPoint Presentation</vt:lpstr>
      <vt:lpstr>Transparent including text</vt:lpstr>
      <vt:lpstr>Transparent including text</vt:lpstr>
      <vt:lpstr>Transparent including text</vt:lpstr>
      <vt:lpstr>PowerPoint Presentation</vt:lpstr>
      <vt:lpstr>PowerPoint Presentation</vt:lpstr>
    </vt:vector>
  </TitlesOfParts>
  <Company>The University of Auckland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Phil Turnbull</dc:creator>
  <cp:lastModifiedBy>Phil Turnbull</cp:lastModifiedBy>
  <cp:revision>20</cp:revision>
  <dcterms:created xsi:type="dcterms:W3CDTF">2020-02-24T23:41:48Z</dcterms:created>
  <dcterms:modified xsi:type="dcterms:W3CDTF">2025-11-20T22:55:51Z</dcterms:modified>
</cp:coreProperties>
</file>